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87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49953-B888-F833-655A-F7FC06CFB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B202E-5177-0737-D690-EE5023BEF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82705-769A-5701-0A7E-804C1B224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873B-E3C8-4937-82FB-C961FA38862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DA796-A99F-FA67-D992-83E0E379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01D67-6101-AFA9-64B5-FBB6895A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6100F-728B-4D6A-B0F5-5A07AB9DE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71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75C7-74D7-38BE-A901-65B8B542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3A94E-1872-9C1F-94C4-E606F4C23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7CFBF-F001-0C49-E1C1-099F489A8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873B-E3C8-4937-82FB-C961FA38862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4B154-9430-0DBC-454B-11FC6B03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3DC66-8BF1-5F98-E103-22CD0DB7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6100F-728B-4D6A-B0F5-5A07AB9DE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60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332-06AE-66AF-6D7F-CF6B5DF14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A2ACC-EBD6-79C5-10F8-9B925014E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4B2F-9724-F9EF-78BE-AB2916EE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873B-E3C8-4937-82FB-C961FA38862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7E19D-6E9B-6F21-B9CD-D467F29EB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7C6A6-C9B6-C706-0A9C-25D4DE57D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6100F-728B-4D6A-B0F5-5A07AB9DE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6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D669-9183-FEF2-E424-03DA1ADF1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ADB88-AEE6-9D9F-B880-2B5033226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1E49F-06D5-75BE-0F14-DF6A67BC7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89DFE-A1B9-6065-DDD5-260A30E7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873B-E3C8-4937-82FB-C961FA38862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3BC09-4FCE-1AF7-5F24-9FA4F9A73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99914-C9B3-010F-A08C-3C4701B3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6100F-728B-4D6A-B0F5-5A07AB9DE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40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A66FC-BD71-81FC-B1AC-5CA320494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94299-FEAE-4BF6-B55D-71719CD5D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D54E1-D9DB-FBCA-47B2-9E25BA0F8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2FDC22-58F4-9E55-E087-BE945A6B19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66595-5CD5-20F2-632A-3F96FDA19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F6E80E-2C09-A3DE-EE19-209976B7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873B-E3C8-4937-82FB-C961FA38862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4E95ED-546F-9EEF-9388-1410DB74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FAD66-7D27-BBC5-5C0B-A90C03C6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6100F-728B-4D6A-B0F5-5A07AB9DE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8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E0BF4-8AEC-6B17-8C4E-73E12601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596D4-0A06-F8FF-2EC6-9B56777D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873B-E3C8-4937-82FB-C961FA38862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E161A-A68E-8845-5E82-2E5B5FA4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94C50-BB10-533C-6BB8-AB5D40D0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6100F-728B-4D6A-B0F5-5A07AB9DE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76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186B2A-6104-492A-8EDB-CA483613B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873B-E3C8-4937-82FB-C961FA38862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534D6F-84F3-D3D8-2048-C495DE52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AA056-01DB-E89E-BBCA-EBEB8363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6100F-728B-4D6A-B0F5-5A07AB9DE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2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57F24-2E0B-8030-E5B1-4BD9E1208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02709-CC6E-3451-D762-D2A7A132E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8E002-773E-D846-7394-08C3115A9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AA949-2DB6-5F43-5054-D56EEA5CC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873B-E3C8-4937-82FB-C961FA38862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34022-DD6B-74B2-8A6F-4C917484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F5603-518A-A8E1-EF83-D330F405F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6100F-728B-4D6A-B0F5-5A07AB9DE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04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3917B-1CBD-F4BD-C74E-48C371879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35F705-0AD2-6B3A-DD49-776C6850F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D5D83-E0AC-7872-0787-E06927F45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71B0F-6DC3-89C5-EC3A-27152BAF1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873B-E3C8-4937-82FB-C961FA38862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A73F4-FDAD-8981-112B-44B047D87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3E352-8FD4-AD33-DEEF-CB4F9CACE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6100F-728B-4D6A-B0F5-5A07AB9DE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87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DF99-2C8F-E8B1-10B0-909D100D1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7B9992-A54E-ABAB-8FDD-4FC83B309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6762E-41AE-3E56-4FE1-2C91A99E0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873B-E3C8-4937-82FB-C961FA38862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A56A9-9911-C71A-069C-21E22C10A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24C07-196F-B195-C05B-1E36A6136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6100F-728B-4D6A-B0F5-5A07AB9DE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5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E7170C-1BD4-1E7B-017A-A3DAB08285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70716-EFB1-D2C9-2A09-F4824B2EE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475BA-CB08-4FD9-5D05-045A1E9F0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873B-E3C8-4937-82FB-C961FA38862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336CC-7EE2-9AB9-0CBB-77F1D2C85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71047-458B-BFF0-A3CB-09927D31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6100F-728B-4D6A-B0F5-5A07AB9DE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7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FD42DE-071C-8174-2061-17041CA2D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BD0E0-A9EA-4859-F1CB-A16D0DDA7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A1AEC-1505-69DA-CC31-F17E1ECE9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9C873B-E3C8-4937-82FB-C961FA38862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BC86-9F19-D788-9BF7-582FDF5EA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ED90-92AD-7765-9C33-6B3A94008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6100F-728B-4D6A-B0F5-5A07AB9DE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CD283-7798-27B0-5CC4-72F9F3434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Auto-mate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8D192-7AD2-E22D-4B16-627C2C93E1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 automatic mating pars based on surface selection</a:t>
            </a:r>
          </a:p>
        </p:txBody>
      </p:sp>
    </p:spTree>
    <p:extLst>
      <p:ext uri="{BB962C8B-B14F-4D97-AF65-F5344CB8AC3E}">
        <p14:creationId xmlns:p14="http://schemas.microsoft.com/office/powerpoint/2010/main" val="3439844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70C62-3F92-5234-AF05-CF9F727D2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587A44E-DE61-9DC2-CEB4-103B54E22C2E}"/>
              </a:ext>
            </a:extLst>
          </p:cNvPr>
          <p:cNvGrpSpPr/>
          <p:nvPr/>
        </p:nvGrpSpPr>
        <p:grpSpPr>
          <a:xfrm>
            <a:off x="7397364" y="768223"/>
            <a:ext cx="4582164" cy="5072868"/>
            <a:chOff x="838200" y="1785132"/>
            <a:chExt cx="4582164" cy="507286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1C81327-058F-6D28-D128-985A75E4A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1979" y="1785132"/>
              <a:ext cx="3578786" cy="392471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ADCF039-C411-23CB-ACC5-164C8FEEB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6029209"/>
              <a:ext cx="4582164" cy="828791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6D4799E-46CB-B229-B2D9-A88D81308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169" y="2336238"/>
            <a:ext cx="5709831" cy="3327846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C8EA3DF8-718D-B034-D7AC-35BB193A2F88}"/>
              </a:ext>
            </a:extLst>
          </p:cNvPr>
          <p:cNvSpPr/>
          <p:nvPr/>
        </p:nvSpPr>
        <p:spPr>
          <a:xfrm>
            <a:off x="6422502" y="4084904"/>
            <a:ext cx="525993" cy="195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EA1EEB-2F1A-8CFC-AC82-DFCF2C26BC88}"/>
              </a:ext>
            </a:extLst>
          </p:cNvPr>
          <p:cNvSpPr txBox="1"/>
          <p:nvPr/>
        </p:nvSpPr>
        <p:spPr>
          <a:xfrm>
            <a:off x="6263102" y="3694337"/>
            <a:ext cx="782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898FCC-6AAA-7ACC-DA27-B3F6103BA76E}"/>
              </a:ext>
            </a:extLst>
          </p:cNvPr>
          <p:cNvSpPr txBox="1"/>
          <p:nvPr/>
        </p:nvSpPr>
        <p:spPr>
          <a:xfrm>
            <a:off x="2275302" y="6309634"/>
            <a:ext cx="197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Face Selection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3B0DA3-F77C-3ECF-17F1-96ED816B4C4E}"/>
              </a:ext>
            </a:extLst>
          </p:cNvPr>
          <p:cNvSpPr txBox="1"/>
          <p:nvPr/>
        </p:nvSpPr>
        <p:spPr>
          <a:xfrm>
            <a:off x="9186757" y="6124968"/>
            <a:ext cx="197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97082-ECC1-0C28-FEE8-59287DCCD576}"/>
              </a:ext>
            </a:extLst>
          </p:cNvPr>
          <p:cNvSpPr txBox="1"/>
          <p:nvPr/>
        </p:nvSpPr>
        <p:spPr>
          <a:xfrm>
            <a:off x="7307677" y="5787481"/>
            <a:ext cx="1979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Dump Report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62F7A2-B476-07EF-89C5-62E66A403C3A}"/>
              </a:ext>
            </a:extLst>
          </p:cNvPr>
          <p:cNvSpPr txBox="1"/>
          <p:nvPr/>
        </p:nvSpPr>
        <p:spPr>
          <a:xfrm>
            <a:off x="10989929" y="3372243"/>
            <a:ext cx="1202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Matching faces highlighted in bright green</a:t>
            </a:r>
          </a:p>
        </p:txBody>
      </p:sp>
    </p:spTree>
    <p:extLst>
      <p:ext uri="{BB962C8B-B14F-4D97-AF65-F5344CB8AC3E}">
        <p14:creationId xmlns:p14="http://schemas.microsoft.com/office/powerpoint/2010/main" val="521275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70C62-3F92-5234-AF05-CF9F727D2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E6A3E5-CFE4-7A4C-255A-A9A7EF04D6ED}"/>
              </a:ext>
            </a:extLst>
          </p:cNvPr>
          <p:cNvGrpSpPr/>
          <p:nvPr/>
        </p:nvGrpSpPr>
        <p:grpSpPr>
          <a:xfrm>
            <a:off x="5837652" y="3694336"/>
            <a:ext cx="782360" cy="586267"/>
            <a:chOff x="6263102" y="3694337"/>
            <a:chExt cx="782360" cy="586267"/>
          </a:xfrm>
        </p:grpSpPr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C8EA3DF8-718D-B034-D7AC-35BB193A2F88}"/>
                </a:ext>
              </a:extLst>
            </p:cNvPr>
            <p:cNvSpPr/>
            <p:nvPr/>
          </p:nvSpPr>
          <p:spPr>
            <a:xfrm>
              <a:off x="6422502" y="4084904"/>
              <a:ext cx="525993" cy="1957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EA1EEB-2F1A-8CFC-AC82-DFCF2C26BC88}"/>
                </a:ext>
              </a:extLst>
            </p:cNvPr>
            <p:cNvSpPr txBox="1"/>
            <p:nvPr/>
          </p:nvSpPr>
          <p:spPr>
            <a:xfrm>
              <a:off x="6263102" y="3694337"/>
              <a:ext cx="782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Mate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6898FCC-6AAA-7ACC-DA27-B3F6103BA76E}"/>
              </a:ext>
            </a:extLst>
          </p:cNvPr>
          <p:cNvSpPr txBox="1"/>
          <p:nvPr/>
        </p:nvSpPr>
        <p:spPr>
          <a:xfrm>
            <a:off x="1995902" y="5940302"/>
            <a:ext cx="197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Face Selection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3B0DA3-F77C-3ECF-17F1-96ED816B4C4E}"/>
              </a:ext>
            </a:extLst>
          </p:cNvPr>
          <p:cNvSpPr txBox="1"/>
          <p:nvPr/>
        </p:nvSpPr>
        <p:spPr>
          <a:xfrm>
            <a:off x="9186757" y="6124968"/>
            <a:ext cx="197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3B0E4-B3F9-D842-CA5C-381362BF5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17" y="2436161"/>
            <a:ext cx="4472556" cy="2516351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20DE7DA-1785-2AD2-2122-5C3D589F07F7}"/>
              </a:ext>
            </a:extLst>
          </p:cNvPr>
          <p:cNvGrpSpPr/>
          <p:nvPr/>
        </p:nvGrpSpPr>
        <p:grpSpPr>
          <a:xfrm>
            <a:off x="6930891" y="1782451"/>
            <a:ext cx="5261109" cy="3823769"/>
            <a:chOff x="7997691" y="1443505"/>
            <a:chExt cx="5261109" cy="382376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5442AA-4B61-297E-5E0D-DCD399F6E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97691" y="1443505"/>
              <a:ext cx="3782391" cy="267484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23DC8BA-9F29-027E-F1E8-BA79844A6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9760"/>
            <a:stretch/>
          </p:blipFill>
          <p:spPr>
            <a:xfrm>
              <a:off x="7997691" y="4371799"/>
              <a:ext cx="5261109" cy="8954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960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34846-EC89-9795-C715-0ECF897D1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38419"/>
            <a:ext cx="10515600" cy="609660"/>
          </a:xfrm>
        </p:spPr>
        <p:txBody>
          <a:bodyPr>
            <a:normAutofit/>
          </a:bodyPr>
          <a:lstStyle/>
          <a:p>
            <a:r>
              <a:rPr lang="en-US" sz="3200" dirty="0"/>
              <a:t>Example 3: Considering clearance - Exact and clearance fits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F01E1-7C91-B527-65D5-0BBF14973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93" y="3411210"/>
            <a:ext cx="3202077" cy="1448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0C7C65-E55F-117F-B4EC-61E869C0A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671" y="1533260"/>
            <a:ext cx="2991425" cy="14794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9274F8-EE77-0700-3BEB-3CCD67C4C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475" y="1066905"/>
            <a:ext cx="2748815" cy="11048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9FEB4D-B701-9DC0-137F-F7DE57C6E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444" y="4020543"/>
            <a:ext cx="2864723" cy="12322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FB4BADC-D04A-59BA-C014-49CC4D335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1475" y="2298343"/>
            <a:ext cx="4588417" cy="818591"/>
          </a:xfrm>
          <a:prstGeom prst="rect">
            <a:avLst/>
          </a:prstGeom>
        </p:spPr>
      </p:pic>
      <p:sp>
        <p:nvSpPr>
          <p:cNvPr id="18" name="Arrow: Bent 17">
            <a:extLst>
              <a:ext uri="{FF2B5EF4-FFF2-40B4-BE49-F238E27FC236}">
                <a16:creationId xmlns:a16="http://schemas.microsoft.com/office/drawing/2014/main" id="{5C9A112C-F096-E813-B7AE-B0B4846CD654}"/>
              </a:ext>
            </a:extLst>
          </p:cNvPr>
          <p:cNvSpPr/>
          <p:nvPr/>
        </p:nvSpPr>
        <p:spPr>
          <a:xfrm>
            <a:off x="1158692" y="2489904"/>
            <a:ext cx="1244600" cy="60966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Arrow: Bent 18">
            <a:extLst>
              <a:ext uri="{FF2B5EF4-FFF2-40B4-BE49-F238E27FC236}">
                <a16:creationId xmlns:a16="http://schemas.microsoft.com/office/drawing/2014/main" id="{CD2BE9A1-BDA6-ED0A-5FE7-5B8C7DA36D2D}"/>
              </a:ext>
            </a:extLst>
          </p:cNvPr>
          <p:cNvSpPr/>
          <p:nvPr/>
        </p:nvSpPr>
        <p:spPr>
          <a:xfrm flipV="1">
            <a:off x="1203331" y="5196229"/>
            <a:ext cx="1244600" cy="60520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BBC60D-A306-1CF9-70A2-007FE6CA831D}"/>
              </a:ext>
            </a:extLst>
          </p:cNvPr>
          <p:cNvSpPr txBox="1"/>
          <p:nvPr/>
        </p:nvSpPr>
        <p:spPr>
          <a:xfrm>
            <a:off x="1158691" y="1970912"/>
            <a:ext cx="2267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 allowance 0mm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06B21E6-1E7C-A3F1-83BB-37AA735D27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8248" y="5532660"/>
            <a:ext cx="4541644" cy="117094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1BB2DA9-E6AE-306E-8FAD-861831FD58FB}"/>
              </a:ext>
            </a:extLst>
          </p:cNvPr>
          <p:cNvSpPr txBox="1"/>
          <p:nvPr/>
        </p:nvSpPr>
        <p:spPr>
          <a:xfrm>
            <a:off x="1158691" y="6137848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 allowance 2mm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F69B571-99F5-FBBD-1725-7F91E89E35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3688" y="5252795"/>
            <a:ext cx="3166147" cy="704269"/>
          </a:xfrm>
          <a:prstGeom prst="rect">
            <a:avLst/>
          </a:prstGeom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4D68F0C0-E767-05A3-27DC-377861466E11}"/>
              </a:ext>
            </a:extLst>
          </p:cNvPr>
          <p:cNvSpPr/>
          <p:nvPr/>
        </p:nvSpPr>
        <p:spPr>
          <a:xfrm>
            <a:off x="6695892" y="2294204"/>
            <a:ext cx="525993" cy="195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16D256-A07A-1548-6EE0-2D28582BD010}"/>
              </a:ext>
            </a:extLst>
          </p:cNvPr>
          <p:cNvSpPr txBox="1"/>
          <p:nvPr/>
        </p:nvSpPr>
        <p:spPr>
          <a:xfrm>
            <a:off x="6536492" y="1903637"/>
            <a:ext cx="782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530288B-3F0B-9E51-5653-0A9548B789C9}"/>
              </a:ext>
            </a:extLst>
          </p:cNvPr>
          <p:cNvGrpSpPr/>
          <p:nvPr/>
        </p:nvGrpSpPr>
        <p:grpSpPr>
          <a:xfrm>
            <a:off x="6619835" y="5215166"/>
            <a:ext cx="782360" cy="586267"/>
            <a:chOff x="6851000" y="1496473"/>
            <a:chExt cx="782360" cy="586267"/>
          </a:xfrm>
        </p:grpSpPr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394E17D5-C619-7336-4764-5E5FDD7FF2CE}"/>
                </a:ext>
              </a:extLst>
            </p:cNvPr>
            <p:cNvSpPr/>
            <p:nvPr/>
          </p:nvSpPr>
          <p:spPr>
            <a:xfrm>
              <a:off x="7010400" y="1887040"/>
              <a:ext cx="525993" cy="1957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733B0CE-D564-319D-7B85-607F7B933EEC}"/>
                </a:ext>
              </a:extLst>
            </p:cNvPr>
            <p:cNvSpPr txBox="1"/>
            <p:nvPr/>
          </p:nvSpPr>
          <p:spPr>
            <a:xfrm>
              <a:off x="6851000" y="1496473"/>
              <a:ext cx="782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0846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45DF-E6DB-42BA-E0E3-4A49BF82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6047FE-81B9-F3B6-62A3-7EB12B4E6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7290" y="365125"/>
            <a:ext cx="5120381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9938B3-618D-9949-76EC-278FF0DC4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162" y="4820060"/>
            <a:ext cx="4572638" cy="1857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225CAD-65A7-84C6-0CA8-434A40CEA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274094"/>
            <a:ext cx="3326268" cy="29523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FE31D7-1A51-ADE8-949B-CE0EDF1F4DA6}"/>
              </a:ext>
            </a:extLst>
          </p:cNvPr>
          <p:cNvSpPr txBox="1"/>
          <p:nvPr/>
        </p:nvSpPr>
        <p:spPr>
          <a:xfrm>
            <a:off x="1511735" y="5902202"/>
            <a:ext cx="197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Face Selection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43078D-3DE6-4929-15E5-F0B47C587414}"/>
              </a:ext>
            </a:extLst>
          </p:cNvPr>
          <p:cNvGrpSpPr/>
          <p:nvPr/>
        </p:nvGrpSpPr>
        <p:grpSpPr>
          <a:xfrm>
            <a:off x="5313640" y="3567336"/>
            <a:ext cx="782360" cy="586267"/>
            <a:chOff x="6263102" y="3694337"/>
            <a:chExt cx="782360" cy="586267"/>
          </a:xfrm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4F1C6994-F2AF-8ACA-D349-C74851B83748}"/>
                </a:ext>
              </a:extLst>
            </p:cNvPr>
            <p:cNvSpPr/>
            <p:nvPr/>
          </p:nvSpPr>
          <p:spPr>
            <a:xfrm>
              <a:off x="6422502" y="4084904"/>
              <a:ext cx="525993" cy="1957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4A4F8B-3AAF-FBCF-6AF2-B579C871B6C7}"/>
                </a:ext>
              </a:extLst>
            </p:cNvPr>
            <p:cNvSpPr txBox="1"/>
            <p:nvPr/>
          </p:nvSpPr>
          <p:spPr>
            <a:xfrm>
              <a:off x="6263102" y="3694337"/>
              <a:ext cx="782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Mate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39AF05A-04CD-4AE1-8859-F75C9E541480}"/>
              </a:ext>
            </a:extLst>
          </p:cNvPr>
          <p:cNvSpPr/>
          <p:nvPr/>
        </p:nvSpPr>
        <p:spPr>
          <a:xfrm>
            <a:off x="7683500" y="717550"/>
            <a:ext cx="882650" cy="6032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3AD9A0-3D15-0E08-8133-63F3894D63CE}"/>
              </a:ext>
            </a:extLst>
          </p:cNvPr>
          <p:cNvSpPr/>
          <p:nvPr/>
        </p:nvSpPr>
        <p:spPr>
          <a:xfrm>
            <a:off x="7962572" y="2917825"/>
            <a:ext cx="787728" cy="511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EFEFE0-DDF8-9956-7115-2004F7AB67FC}"/>
              </a:ext>
            </a:extLst>
          </p:cNvPr>
          <p:cNvSpPr/>
          <p:nvPr/>
        </p:nvSpPr>
        <p:spPr>
          <a:xfrm>
            <a:off x="10445422" y="3586386"/>
            <a:ext cx="787728" cy="511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BB98A9-C936-A848-7790-D4B9F7E74CDE}"/>
              </a:ext>
            </a:extLst>
          </p:cNvPr>
          <p:cNvSpPr/>
          <p:nvPr/>
        </p:nvSpPr>
        <p:spPr>
          <a:xfrm>
            <a:off x="6896100" y="5324698"/>
            <a:ext cx="4143374" cy="5775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C0778D-52FF-D799-2E52-A1D9F78AC8AC}"/>
              </a:ext>
            </a:extLst>
          </p:cNvPr>
          <p:cNvSpPr txBox="1"/>
          <p:nvPr/>
        </p:nvSpPr>
        <p:spPr>
          <a:xfrm>
            <a:off x="4346280" y="532884"/>
            <a:ext cx="21610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Rendering of “Pinions” (and many others) are  messed up for some unknown reason.</a:t>
            </a:r>
          </a:p>
        </p:txBody>
      </p:sp>
    </p:spTree>
    <p:extLst>
      <p:ext uri="{BB962C8B-B14F-4D97-AF65-F5344CB8AC3E}">
        <p14:creationId xmlns:p14="http://schemas.microsoft.com/office/powerpoint/2010/main" val="4286567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45DF-E6DB-42BA-E0E3-4A49BF82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4 - </a:t>
            </a:r>
            <a:r>
              <a:rPr lang="en-US" dirty="0" err="1"/>
              <a:t>contd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FE31D7-1A51-ADE8-949B-CE0EDF1F4DA6}"/>
              </a:ext>
            </a:extLst>
          </p:cNvPr>
          <p:cNvSpPr txBox="1"/>
          <p:nvPr/>
        </p:nvSpPr>
        <p:spPr>
          <a:xfrm>
            <a:off x="1511735" y="5902202"/>
            <a:ext cx="197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Face Selection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43078D-3DE6-4929-15E5-F0B47C587414}"/>
              </a:ext>
            </a:extLst>
          </p:cNvPr>
          <p:cNvGrpSpPr/>
          <p:nvPr/>
        </p:nvGrpSpPr>
        <p:grpSpPr>
          <a:xfrm>
            <a:off x="5313640" y="3567336"/>
            <a:ext cx="782360" cy="586267"/>
            <a:chOff x="6263102" y="3694337"/>
            <a:chExt cx="782360" cy="586267"/>
          </a:xfrm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4F1C6994-F2AF-8ACA-D349-C74851B83748}"/>
                </a:ext>
              </a:extLst>
            </p:cNvPr>
            <p:cNvSpPr/>
            <p:nvPr/>
          </p:nvSpPr>
          <p:spPr>
            <a:xfrm>
              <a:off x="6422502" y="4084904"/>
              <a:ext cx="525993" cy="1957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4A4F8B-3AAF-FBCF-6AF2-B579C871B6C7}"/>
                </a:ext>
              </a:extLst>
            </p:cNvPr>
            <p:cNvSpPr txBox="1"/>
            <p:nvPr/>
          </p:nvSpPr>
          <p:spPr>
            <a:xfrm>
              <a:off x="6263102" y="3694337"/>
              <a:ext cx="782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Mate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C3AD9A0-3D15-0E08-8133-63F3894D63CE}"/>
              </a:ext>
            </a:extLst>
          </p:cNvPr>
          <p:cNvSpPr/>
          <p:nvPr/>
        </p:nvSpPr>
        <p:spPr>
          <a:xfrm>
            <a:off x="7962572" y="2917825"/>
            <a:ext cx="787728" cy="511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36102-60E2-F7DA-0F89-40C8B2E8A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979" y="435723"/>
            <a:ext cx="2649827" cy="385901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39AF05A-04CD-4AE1-8859-F75C9E541480}"/>
              </a:ext>
            </a:extLst>
          </p:cNvPr>
          <p:cNvSpPr/>
          <p:nvPr/>
        </p:nvSpPr>
        <p:spPr>
          <a:xfrm>
            <a:off x="8750299" y="904082"/>
            <a:ext cx="1012825" cy="12912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82BD3FB-14E8-D7AD-98DD-49374A418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344" y="4521200"/>
            <a:ext cx="4925112" cy="22291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CBB98A9-C936-A848-7790-D4B9F7E74CDE}"/>
              </a:ext>
            </a:extLst>
          </p:cNvPr>
          <p:cNvSpPr/>
          <p:nvPr/>
        </p:nvSpPr>
        <p:spPr>
          <a:xfrm>
            <a:off x="7096125" y="5791200"/>
            <a:ext cx="3800475" cy="238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4CC7B15-A438-BC12-399D-903E438DE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44" y="1923280"/>
            <a:ext cx="3015006" cy="365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71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78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Auto-mate Project</vt:lpstr>
      <vt:lpstr>Example 1</vt:lpstr>
      <vt:lpstr>Example 2</vt:lpstr>
      <vt:lpstr>Example 3: Considering clearance - Exact and clearance fits</vt:lpstr>
      <vt:lpstr>Example 4</vt:lpstr>
      <vt:lpstr>Example 4 - contd</vt:lpstr>
    </vt:vector>
  </TitlesOfParts>
  <Company>DASSAULT SYSTEMES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 Bharadwaj</dc:creator>
  <cp:lastModifiedBy>Chandan Bharadwaj</cp:lastModifiedBy>
  <cp:revision>17</cp:revision>
  <dcterms:created xsi:type="dcterms:W3CDTF">2026-10-15T04:57:55Z</dcterms:created>
  <dcterms:modified xsi:type="dcterms:W3CDTF">2026-10-15T05:27:00Z</dcterms:modified>
</cp:coreProperties>
</file>